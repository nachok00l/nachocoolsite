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B9B78A-E37C-4AC5-8459-DA3EA2D385A8}" v="12" dt="2026-06-21T09:42:41.6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5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2737F-C2AA-4745-B39F-B6B3F29F0F0B}" type="datetimeFigureOut">
              <a:rPr lang="en-BE" smtClean="0"/>
              <a:t>21/06/2026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F93C-E586-4825-A697-04E0957612A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81876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2737F-C2AA-4745-B39F-B6B3F29F0F0B}" type="datetimeFigureOut">
              <a:rPr lang="en-BE" smtClean="0"/>
              <a:t>21/06/2026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F93C-E586-4825-A697-04E0957612A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75039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2737F-C2AA-4745-B39F-B6B3F29F0F0B}" type="datetimeFigureOut">
              <a:rPr lang="en-BE" smtClean="0"/>
              <a:t>21/06/2026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F93C-E586-4825-A697-04E0957612A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89790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2737F-C2AA-4745-B39F-B6B3F29F0F0B}" type="datetimeFigureOut">
              <a:rPr lang="en-BE" smtClean="0"/>
              <a:t>21/06/2026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F93C-E586-4825-A697-04E0957612A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72297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2737F-C2AA-4745-B39F-B6B3F29F0F0B}" type="datetimeFigureOut">
              <a:rPr lang="en-BE" smtClean="0"/>
              <a:t>21/06/2026</a:t>
            </a:fld>
            <a:endParaRPr lang="en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F93C-E586-4825-A697-04E0957612A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46407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2737F-C2AA-4745-B39F-B6B3F29F0F0B}" type="datetimeFigureOut">
              <a:rPr lang="en-BE" smtClean="0"/>
              <a:t>21/06/2026</a:t>
            </a:fld>
            <a:endParaRPr lang="en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F93C-E586-4825-A697-04E0957612A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47746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2737F-C2AA-4745-B39F-B6B3F29F0F0B}" type="datetimeFigureOut">
              <a:rPr lang="en-BE" smtClean="0"/>
              <a:t>21/06/2026</a:t>
            </a:fld>
            <a:endParaRPr lang="en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F93C-E586-4825-A697-04E0957612A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6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2737F-C2AA-4745-B39F-B6B3F29F0F0B}" type="datetimeFigureOut">
              <a:rPr lang="en-BE" smtClean="0"/>
              <a:t>21/06/2026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F93C-E586-4825-A697-04E0957612A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19895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2737F-C2AA-4745-B39F-B6B3F29F0F0B}" type="datetimeFigureOut">
              <a:rPr lang="en-BE" smtClean="0"/>
              <a:t>21/06/2026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F93C-E586-4825-A697-04E0957612A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33639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2737F-C2AA-4745-B39F-B6B3F29F0F0B}" type="datetimeFigureOut">
              <a:rPr lang="en-BE" smtClean="0"/>
              <a:t>21/06/2026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F93C-E586-4825-A697-04E0957612A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18272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2737F-C2AA-4745-B39F-B6B3F29F0F0B}" type="datetimeFigureOut">
              <a:rPr lang="en-BE" smtClean="0"/>
              <a:t>21/06/2026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F93C-E586-4825-A697-04E0957612A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48543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A2737F-C2AA-4745-B39F-B6B3F29F0F0B}" type="datetimeFigureOut">
              <a:rPr lang="en-BE" smtClean="0"/>
              <a:t>21/06/2026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61F93C-E586-4825-A697-04E0957612A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06998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F1FA28C4-CE74-578D-8988-6B56C6F5EAA4}"/>
              </a:ext>
            </a:extLst>
          </p:cNvPr>
          <p:cNvGrpSpPr/>
          <p:nvPr/>
        </p:nvGrpSpPr>
        <p:grpSpPr>
          <a:xfrm>
            <a:off x="400560" y="222000"/>
            <a:ext cx="9104880" cy="6417048"/>
            <a:chOff x="400560" y="-49524"/>
            <a:chExt cx="9104880" cy="641704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B56A8C1-BF72-EE98-861B-CA99A41E66F0}"/>
                </a:ext>
              </a:extLst>
            </p:cNvPr>
            <p:cNvSpPr/>
            <p:nvPr/>
          </p:nvSpPr>
          <p:spPr>
            <a:xfrm>
              <a:off x="5223000" y="-49524"/>
              <a:ext cx="3419856" cy="540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2">
                  <a:lumMod val="50000"/>
                  <a:alpha val="26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03A6D6D-2887-F77B-56CF-4B5AF1D486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223000" y="1359156"/>
              <a:ext cx="3419856" cy="3599687"/>
            </a:xfrm>
            <a:prstGeom prst="rect">
              <a:avLst/>
            </a:prstGeom>
            <a:ln w="6350">
              <a:solidFill>
                <a:schemeClr val="bg2">
                  <a:lumMod val="50000"/>
                  <a:alpha val="26000"/>
                </a:schemeClr>
              </a:solidFill>
              <a:prstDash val="dash"/>
            </a:ln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F7C258B-E0FB-7599-80DF-2D8EB11F8D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360416" y="1359156"/>
              <a:ext cx="862584" cy="3599688"/>
            </a:xfrm>
            <a:prstGeom prst="rect">
              <a:avLst/>
            </a:prstGeom>
            <a:noFill/>
            <a:ln w="6350">
              <a:solidFill>
                <a:schemeClr val="bg2">
                  <a:lumMod val="50000"/>
                  <a:alpha val="26000"/>
                </a:schemeClr>
              </a:solidFill>
              <a:prstDash val="dash"/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16E63A0-03B4-CAF6-9A07-5C2CE605D3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40560" y="1359156"/>
              <a:ext cx="3419856" cy="3599687"/>
            </a:xfrm>
            <a:prstGeom prst="rect">
              <a:avLst/>
            </a:prstGeom>
            <a:ln w="6350">
              <a:solidFill>
                <a:schemeClr val="bg2">
                  <a:lumMod val="50000"/>
                  <a:alpha val="26000"/>
                </a:schemeClr>
              </a:solidFill>
              <a:prstDash val="dash"/>
            </a:ln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0EFE618-B8A0-F7D4-AD58-3BCE18B22C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642856" y="1359156"/>
              <a:ext cx="862584" cy="3599688"/>
            </a:xfrm>
            <a:prstGeom prst="rect">
              <a:avLst/>
            </a:prstGeom>
            <a:ln w="6350">
              <a:solidFill>
                <a:schemeClr val="bg2">
                  <a:lumMod val="50000"/>
                  <a:alpha val="26000"/>
                </a:schemeClr>
              </a:solidFill>
              <a:prstDash val="dash"/>
            </a:ln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0A752B1-54E7-1885-0044-5CE1E89CB1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223000" y="496572"/>
              <a:ext cx="3419856" cy="865632"/>
            </a:xfrm>
            <a:prstGeom prst="rect">
              <a:avLst/>
            </a:prstGeom>
            <a:ln w="6350">
              <a:solidFill>
                <a:schemeClr val="bg2">
                  <a:lumMod val="50000"/>
                  <a:alpha val="26000"/>
                </a:schemeClr>
              </a:solidFill>
              <a:prstDash val="dash"/>
            </a:ln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A1421BF-C309-84F2-B10B-218957E5E1AF}"/>
                </a:ext>
              </a:extLst>
            </p:cNvPr>
            <p:cNvSpPr/>
            <p:nvPr/>
          </p:nvSpPr>
          <p:spPr>
            <a:xfrm>
              <a:off x="400560" y="1359156"/>
              <a:ext cx="540000" cy="35996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2">
                  <a:lumMod val="50000"/>
                  <a:alpha val="26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CCF9F19-C694-9BF4-A47B-931CF0232D00}"/>
                </a:ext>
              </a:extLst>
            </p:cNvPr>
            <p:cNvSpPr/>
            <p:nvPr/>
          </p:nvSpPr>
          <p:spPr>
            <a:xfrm>
              <a:off x="5223000" y="5827524"/>
              <a:ext cx="3419856" cy="540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2">
                  <a:lumMod val="50000"/>
                  <a:alpha val="26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dirty="0"/>
            </a:p>
          </p:txBody>
        </p:sp>
        <p:sp>
          <p:nvSpPr>
            <p:cNvPr id="2" name="Rectangle 18">
              <a:extLst>
                <a:ext uri="{FF2B5EF4-FFF2-40B4-BE49-F238E27FC236}">
                  <a16:creationId xmlns:a16="http://schemas.microsoft.com/office/drawing/2014/main" id="{B204A615-85C7-81E0-4C3F-F3FE3FAA0DCE}"/>
                </a:ext>
              </a:extLst>
            </p:cNvPr>
            <p:cNvSpPr/>
            <p:nvPr/>
          </p:nvSpPr>
          <p:spPr>
            <a:xfrm>
              <a:off x="5223000" y="4955796"/>
              <a:ext cx="3419856" cy="87172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2">
                  <a:lumMod val="50000"/>
                  <a:alpha val="26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dirty="0"/>
            </a:p>
          </p:txBody>
        </p:sp>
      </p:grpSp>
    </p:spTree>
    <p:extLst>
      <p:ext uri="{BB962C8B-B14F-4D97-AF65-F5344CB8AC3E}">
        <p14:creationId xmlns:p14="http://schemas.microsoft.com/office/powerpoint/2010/main" val="2686937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8ad7596-2014-4a49-91cd-ce4cda21b2a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95C90593FC6042A25683D51774ADD4" ma:contentTypeVersion="16" ma:contentTypeDescription="Een nieuw document maken." ma:contentTypeScope="" ma:versionID="13900d488565ced4f6a53684fbd0ee1a">
  <xsd:schema xmlns:xsd="http://www.w3.org/2001/XMLSchema" xmlns:xs="http://www.w3.org/2001/XMLSchema" xmlns:p="http://schemas.microsoft.com/office/2006/metadata/properties" xmlns:ns3="18ad7596-2014-4a49-91cd-ce4cda21b2ae" xmlns:ns4="077ec8b6-e99b-49d6-958f-11ef55873eac" targetNamespace="http://schemas.microsoft.com/office/2006/metadata/properties" ma:root="true" ma:fieldsID="54756272c30761888902c0c3049769dc" ns3:_="" ns4:_="">
    <xsd:import namespace="18ad7596-2014-4a49-91cd-ce4cda21b2ae"/>
    <xsd:import namespace="077ec8b6-e99b-49d6-958f-11ef55873ea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OCR" minOccurs="0"/>
                <xsd:element ref="ns3:MediaLengthInSeconds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ad7596-2014-4a49-91cd-ce4cda21b2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7ec8b6-e99b-49d6-958f-11ef55873eac" elementFormDefault="qualified">
    <xsd:import namespace="http://schemas.microsoft.com/office/2006/documentManagement/types"/>
    <xsd:import namespace="http://schemas.microsoft.com/office/infopath/2007/PartnerControls"/>
    <xsd:element name="SharedWithUsers" ma:index="21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3" nillable="true" ma:displayName="Hint-hash delen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9269A67-037F-44AB-9298-F3A789594C58}">
  <ds:schemaRefs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18ad7596-2014-4a49-91cd-ce4cda21b2ae"/>
    <ds:schemaRef ds:uri="http://schemas.openxmlformats.org/package/2006/metadata/core-properties"/>
    <ds:schemaRef ds:uri="http://purl.org/dc/elements/1.1/"/>
    <ds:schemaRef ds:uri="077ec8b6-e99b-49d6-958f-11ef55873eac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A1E047D-1B3E-49BC-8A68-D053A60608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8ad7596-2014-4a49-91cd-ce4cda21b2ae"/>
    <ds:schemaRef ds:uri="077ec8b6-e99b-49d6-958f-11ef55873e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06D2384-62E3-4A40-9660-876CB01D35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</TotalTime>
  <Words>0</Words>
  <Application>Microsoft Office PowerPoint</Application>
  <PresentationFormat>A4 Paper (210x297 mm)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Gael Henriquez Devia</dc:creator>
  <cp:lastModifiedBy>Gael Henriquez Devia</cp:lastModifiedBy>
  <cp:revision>2</cp:revision>
  <cp:lastPrinted>2026-06-13T13:09:57Z</cp:lastPrinted>
  <dcterms:created xsi:type="dcterms:W3CDTF">2026-06-09T16:23:46Z</dcterms:created>
  <dcterms:modified xsi:type="dcterms:W3CDTF">2026-06-21T09:47:35Z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0x010100EA95C90593FC6042A25683D51774ADD4</vt:lpwstr>
  </property>
</Properties>
</file>